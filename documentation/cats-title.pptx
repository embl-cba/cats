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02"/>
  </p:normalViewPr>
  <p:slideViewPr>
    <p:cSldViewPr snapToGrid="0" snapToObjects="1">
      <p:cViewPr varScale="1">
        <p:scale>
          <a:sx n="97" d="100"/>
          <a:sy n="97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1C285-820B-7B4A-97A5-2DFFC27AF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D0F3B-1409-414A-9C1B-A5A009B24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CE728-4FCD-5047-BE48-507F3C48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EC190-BA51-8B4B-AA13-F3697027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B98A-1FD1-AF46-B79F-E214A6DA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097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04FC-F057-3644-A5E6-7500E3E3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2C5B-E6A2-E040-9D68-1B3565785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803C3-773B-0D44-9FA6-E27E8C5A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2F7F-2593-E74A-998D-1B7846F5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1FB8-AA6F-9441-ABB8-BF0FEDD8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29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820F-A303-2447-9EBF-B123C3AF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9CABE-E82B-0441-AFE3-2FF6AF17A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FEFDD-C13A-1A4E-AE67-6C1D9D16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43462-0C80-744D-92EB-E37C0A7B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3047E-BC30-004F-8784-7A42186A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933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FEA3E-054C-BA48-93CE-E329537A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B191-71FF-E546-A5C3-2C5C31FB6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44919-5524-CA46-8E0D-4836BBF6C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7F308-EA5A-C74E-8BF4-2A8CAB86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27D07-6781-2046-9C34-BCBE20AE2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B0EAA-6721-8547-8ACE-6CBABDD2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886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78F4-31DD-3242-8CCF-09B19AD1B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04392-7694-D448-B011-1B449BE03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613E7-E289-524A-9AD7-2121BA323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66D09E-D6A2-D64A-B436-76553E57A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F81A-A9D6-7A42-A0A4-6B64A0881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E43FD8-213B-1341-BBCC-0A7DB17F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5D4221-AC59-0842-AF8A-5FC3F046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701DC-D1ED-5D48-A1DD-D5F117DA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04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6D51-DB32-E746-9750-313B0701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AECC0-63E8-C648-B480-DD0CE599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CBD63-BE11-1345-BDD1-D489C113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06369-994F-5C4C-A86B-EA122C95C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F2AB6-602D-B44E-81CC-23B88828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69198-C3A7-4648-8D63-3A42EA2F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1494B-715E-7045-B912-4EA88082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04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A152C-53FB-6B4D-8E78-B7E5BF68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F9697-6413-7847-A8D1-AC90B5543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3B382-F59E-BD4C-A053-3B8FE41B1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AD016-F561-D84C-ADC5-19A58C59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262A3-0321-1643-BC6C-18FBD6FD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D044F-48FE-FF43-AED2-1FDDE7B3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30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4AAC-D72A-F14D-AC63-5A44A8CC5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3D4136-EA64-5840-B274-0646E98BF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136DB-B03B-8044-BFC0-800C526B6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79DE7-BD41-324D-AFE9-1EAB8254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FB424-DAC6-434E-B0B6-991768B4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75598-1D68-0A43-95D6-F2E85E27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45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4E30-6B54-FD4C-8919-1F5FA082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A4613-BFB9-D844-B23A-D88582F93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4A0AC-E4CA-6C46-9AA0-1510D21C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17588-7B19-F645-BDB7-78E1F9253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AFDF-52D2-E24A-B36D-8BC84004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07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3055B-6580-B84B-AAA0-190EE2C1A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500DE-B774-A746-9F5D-AB3E25952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E1551-C6BC-4048-891E-BBD7A631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7495-F225-D74F-A864-A4263F35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B860-5899-254C-9144-9C548F36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454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1E17D-4DC8-5E4E-B980-452D3ABDD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5E530-C4B4-1E48-9388-7E6D61034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BA8F7-F3D3-BD46-BAA2-145070BEF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FCAA3-2AE4-6942-A134-4B01B91CC358}" type="datetimeFigureOut">
              <a:rPr lang="de-DE" smtClean="0"/>
              <a:t>01.03.22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960BD-9C57-9047-B4AB-1ABA6BDC3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AC7C4-AE39-C147-9B7C-C209A0DA6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4294B-C872-E943-A5DB-00CDF300C4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78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5795-3904-DD43-9B07-046B21E67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1196" y="1003092"/>
            <a:ext cx="5234609" cy="2387600"/>
          </a:xfrm>
        </p:spPr>
        <p:txBody>
          <a:bodyPr>
            <a:normAutofit/>
          </a:bodyPr>
          <a:lstStyle/>
          <a:p>
            <a:r>
              <a:rPr lang="de-DE" sz="16100" b="1" dirty="0">
                <a:solidFill>
                  <a:schemeClr val="accent1"/>
                </a:solidFill>
                <a:latin typeface="Courier" pitchFamily="2" charset="0"/>
              </a:rPr>
              <a:t>CATS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A55215-C3EC-CF41-B9C6-0AE699DF6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9925" y="3309314"/>
            <a:ext cx="5976733" cy="157956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de-DE" sz="2800" dirty="0"/>
              <a:t>Content Aware </a:t>
            </a:r>
            <a:r>
              <a:rPr lang="de-DE" sz="2800" dirty="0" err="1"/>
              <a:t>Trainable</a:t>
            </a:r>
            <a:r>
              <a:rPr lang="de-DE" sz="2800" dirty="0"/>
              <a:t> Segmentation </a:t>
            </a:r>
            <a:br>
              <a:rPr lang="de-DE" sz="2800" dirty="0"/>
            </a:br>
            <a:r>
              <a:rPr lang="de-DE" sz="2800" dirty="0"/>
              <a:t>in Java/</a:t>
            </a:r>
            <a:r>
              <a:rPr lang="de-DE" sz="2800" dirty="0" err="1"/>
              <a:t>Fiji</a:t>
            </a:r>
            <a:endParaRPr lang="de-D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A764C8-37B9-6D47-A50A-E477EE238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9925" cy="572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0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</vt:lpstr>
      <vt:lpstr>Office Theme</vt:lpstr>
      <vt:lpstr>CATS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CATS</dc:title>
  <dc:creator>Christian Tischer</dc:creator>
  <cp:lastModifiedBy>Christian Tischer</cp:lastModifiedBy>
  <cp:revision>1</cp:revision>
  <dcterms:created xsi:type="dcterms:W3CDTF">2022-03-01T10:32:06Z</dcterms:created>
  <dcterms:modified xsi:type="dcterms:W3CDTF">2022-03-01T10:35:17Z</dcterms:modified>
</cp:coreProperties>
</file>